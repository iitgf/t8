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106" d="100"/>
          <a:sy n="106" d="100"/>
        </p:scale>
        <p:origin x="15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0E90B-C79E-46E2-8898-EC987AA8CA9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5DB64-F626-4811-8DA5-D75A57D0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7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7A54-BD82-40BE-8452-61ABBC006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922B4-922F-4407-8DD7-3D2181C52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BB4A2-7835-4E85-8919-8A38859F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2F31-385F-4FD0-A3F1-4D3B3481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62FE-317C-42F6-A494-D950F370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99B9-BDC6-4020-AAD0-8FA427C4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C9DD-A452-4095-BEF6-2D298849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29807-80C3-4A2C-BA6A-4CCB0D5D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C6F4F-6F7D-4773-8E8E-94FB2C03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534D5-6B38-463B-90B6-CF205DA3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2535-CB85-4CD2-BA8A-DA2748D5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00436-781B-41FA-B050-11BFC310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7D20-175C-4889-9329-131BE7CA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AAC1-E158-4B7F-A1FB-CD6697E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E351-E2DA-4C7D-A99A-0BB05796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32AA-BCEB-4BE5-BF3E-CFFEA7EF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5816-F92D-4EFC-BF3C-68D9B5407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5A7A4-86DC-44DD-B1E3-FB37E3AF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E3EE6-0A35-4F9A-851C-9234C42A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4498-F404-43EE-8317-046E4616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77D77-6E07-44B4-A81B-867B8ED6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2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6927-F6BD-4423-8C65-7D03AA44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3A0E-EEC0-4B1B-877A-9E2DEEE5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FAABB-234D-4C22-9130-9DD1DAB8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1B6D6-8DCF-458A-9592-DE9382EF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ABA77-349C-48D4-9C99-FBBA39B2C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411EA-47D3-42D3-B492-670F9E50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94737-7BAF-4ECE-A0DF-BE3A5186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45649-6FE7-4E99-83F3-6E54712E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6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223F-5037-45F9-BF49-92C1BDC6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31E25-5FE4-478C-8983-75905B80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D6464-E907-448F-BD7B-9DCF5BA0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837B2-F6B5-4223-87D1-E6D34619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B3A76-6847-464D-80D9-5E38EC2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7A1B2-BF03-49C7-88B4-25E905EA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BDE-A013-4D13-B522-FB23FACE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2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C24D-35D4-4405-A2F6-BAA48855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0FA9-027B-48F4-A799-E57BFE19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FF73D-8C51-4836-B9F9-67883F72A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5DE97-314A-4F6E-A916-132FE643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668E7-96E6-4EB2-B15E-F9E3355B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7AE19-CE0D-4086-BE1F-220B8C64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84A9-1713-40AC-A3A6-C3EB2215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C02AA-8B2A-455E-B870-14F801B9B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71EB9-3D0E-41E6-9B27-1B5050802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4AA6C-F900-4A4A-B3A1-ED4C16B2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D3CA-B3A8-4A3B-AA71-7631A4CD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119A-BFB1-4FB9-9504-BA8441DE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C09D-1C5C-4073-A043-D9C2B3E9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DB4FE-AD34-45AA-BE3A-902060967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70A8-6731-4D3D-A809-28BCCED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B280D-BFCE-4325-8CB1-B8ABB324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847B-2B41-4B8D-8EF7-38D73BEC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D2FCE-B436-4F65-A082-F0C397A75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B8328-6BAF-4A01-BAF2-1250EB8B6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CA566-4B50-4C75-A1E7-5311DC91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F59F-CFBA-4F7B-9143-8479FD4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FA195-9B2A-49A3-A584-A8E4E792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2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92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0F009-7144-4FDD-BB30-A876A1C5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4960-7764-4EE8-B652-7698ADE14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F839-F3E3-495C-9209-BB0EF91AA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A25FE-24F4-425D-9352-8A0572A02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8BF00-1A8A-4F69-84EA-60BA2F0EC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3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E2BE142-6219-4A32-A8D4-FAE1D2C0A131}"/>
              </a:ext>
            </a:extLst>
          </p:cNvPr>
          <p:cNvGrpSpPr/>
          <p:nvPr/>
        </p:nvGrpSpPr>
        <p:grpSpPr>
          <a:xfrm>
            <a:off x="0" y="-7749"/>
            <a:ext cx="12192000" cy="6858000"/>
            <a:chOff x="0" y="0"/>
            <a:chExt cx="12192000" cy="6858000"/>
          </a:xfrm>
        </p:grpSpPr>
        <p:sp>
          <p:nvSpPr>
            <p:cNvPr id="4" name="Shape 2"/>
            <p:cNvSpPr/>
            <p:nvPr/>
          </p:nvSpPr>
          <p:spPr>
            <a:xfrm>
              <a:off x="0" y="146304"/>
              <a:ext cx="3413760" cy="6559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70311" y="4526280"/>
              <a:ext cx="2663405" cy="487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FD539-0B18-4B17-AC3E-6C2E56F4189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0" y="0"/>
                <a:ext cx="12192000" cy="146304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3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1" name="Shape 9"/>
              <p:cNvSpPr/>
              <p:nvPr/>
            </p:nvSpPr>
            <p:spPr>
              <a:xfrm>
                <a:off x="3315642" y="146304"/>
                <a:ext cx="8876358" cy="6559296"/>
              </a:xfrm>
              <a:prstGeom prst="rect">
                <a:avLst/>
              </a:prstGeom>
              <a:solidFill>
                <a:srgbClr val="003366"/>
              </a:solidFill>
              <a:ln w="12700">
                <a:solidFill>
                  <a:srgbClr val="003366"/>
                </a:solidFill>
                <a:prstDash val="solid"/>
              </a:ln>
            </p:spPr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8F91F1-D33C-48E9-9439-A6687AFA7DFD}"/>
                </a:ext>
              </a:extLst>
            </p:cNvPr>
            <p:cNvGrpSpPr/>
            <p:nvPr/>
          </p:nvGrpSpPr>
          <p:grpSpPr>
            <a:xfrm>
              <a:off x="3655695" y="426720"/>
              <a:ext cx="3048000" cy="463296"/>
              <a:chOff x="3655695" y="426720"/>
              <a:chExt cx="3048000" cy="463296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655695" y="42672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3794241" y="426720"/>
                <a:ext cx="2770909" cy="4632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003366"/>
                    </a:solidFill>
                  </a:rPr>
                  <a:t>INTERNSHIP/TERM PROJECT</a:t>
                </a:r>
                <a:endParaRPr lang="en-US" sz="16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3533775" y="2687513"/>
              <a:ext cx="8168640" cy="502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94E0BD-D4FA-419D-AC66-F1E64F9FA301}"/>
                </a:ext>
              </a:extLst>
            </p:cNvPr>
            <p:cNvGrpSpPr/>
            <p:nvPr/>
          </p:nvGrpSpPr>
          <p:grpSpPr>
            <a:xfrm>
              <a:off x="44169" y="445008"/>
              <a:ext cx="3212862" cy="5547360"/>
              <a:chOff x="187044" y="292608"/>
              <a:chExt cx="3048000" cy="537667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87044" y="3413760"/>
                <a:ext cx="3048000" cy="975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30" b="1" dirty="0">
                    <a:solidFill>
                      <a:srgbClr val="003366"/>
                    </a:solidFill>
                  </a:rPr>
                  <a:t>Indian Institute of Technology</a:t>
                </a:r>
                <a:r>
                  <a:rPr lang="en-US" sz="1330" dirty="0"/>
                  <a:t> </a:t>
                </a:r>
                <a:r>
                  <a:rPr lang="en-US" sz="1330" b="1" dirty="0">
                    <a:solidFill>
                      <a:srgbClr val="003366"/>
                    </a:solidFill>
                  </a:rPr>
                  <a:t>Guwahati</a:t>
                </a:r>
                <a:endParaRPr lang="en-US" sz="133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87044" y="4572000"/>
                <a:ext cx="30480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BSc. (Hons.) Data Science &amp; Artificial Intelligence</a:t>
                </a:r>
              </a:p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Online Degree Programme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4F0957D-3F23-4706-88FD-94B6648B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98" y="292608"/>
                <a:ext cx="2879893" cy="288950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530B8-A3A2-4978-A35E-7D117B7D701A}"/>
              </a:ext>
            </a:extLst>
          </p:cNvPr>
          <p:cNvGrpSpPr/>
          <p:nvPr/>
        </p:nvGrpSpPr>
        <p:grpSpPr>
          <a:xfrm>
            <a:off x="3794241" y="2996670"/>
            <a:ext cx="8107680" cy="2760457"/>
            <a:chOff x="3637171" y="2996670"/>
            <a:chExt cx="8107680" cy="27604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38290-E246-4CFE-9595-3A86F1A7A8C3}"/>
                </a:ext>
              </a:extLst>
            </p:cNvPr>
            <p:cNvGrpSpPr/>
            <p:nvPr/>
          </p:nvGrpSpPr>
          <p:grpSpPr>
            <a:xfrm>
              <a:off x="3637171" y="2996670"/>
              <a:ext cx="2316480" cy="2760456"/>
              <a:chOff x="3560971" y="2931943"/>
              <a:chExt cx="2316480" cy="2760456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3560971" y="293194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Name :</a:t>
                </a:r>
                <a:endParaRPr lang="en-US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560971" y="332293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ID :</a:t>
                </a:r>
                <a:endParaRPr lang="en-US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560971" y="4104907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Programme :</a:t>
                </a:r>
                <a:endParaRPr lang="en-US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560971" y="4495895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Code :</a:t>
                </a:r>
                <a:endParaRPr lang="en-US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560971" y="488688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Name :</a:t>
                </a:r>
                <a:endParaRPr lang="en-US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560971" y="527787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Trimester :</a:t>
                </a:r>
                <a:endParaRPr lang="en-US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3144A76E-D519-41CC-9D78-E279B752AECC}"/>
                  </a:ext>
                </a:extLst>
              </p:cNvPr>
              <p:cNvSpPr/>
              <p:nvPr/>
            </p:nvSpPr>
            <p:spPr>
              <a:xfrm>
                <a:off x="3560971" y="3713919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Email ID :</a:t>
                </a:r>
                <a:endParaRPr lang="en-US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34901-5BF2-49C3-910A-97290AE0D4FF}"/>
                </a:ext>
              </a:extLst>
            </p:cNvPr>
            <p:cNvGrpSpPr/>
            <p:nvPr/>
          </p:nvGrpSpPr>
          <p:grpSpPr>
            <a:xfrm>
              <a:off x="6014611" y="2996671"/>
              <a:ext cx="5730240" cy="2760456"/>
              <a:chOff x="5938411" y="2924237"/>
              <a:chExt cx="5730240" cy="276045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5938411" y="292423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François Schmitt</a:t>
                </a:r>
                <a:endParaRPr lang="en-US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938411" y="331522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23035010523</a:t>
                </a: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38411" y="4097201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BSc. (Hons.) Data Science &amp; AI</a:t>
                </a:r>
                <a:endParaRPr lang="en-US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938411" y="4488189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[Course Code: to be filled]</a:t>
                </a:r>
                <a:endParaRPr lang="en-US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938411" y="487917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Term Project</a:t>
                </a: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938411" y="527016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VIII</a:t>
                </a:r>
                <a:endParaRPr lang="en-US" dirty="0"/>
              </a:p>
            </p:txBody>
          </p:sp>
          <p:sp>
            <p:nvSpPr>
              <p:cNvPr id="33" name="Text 17">
                <a:extLst>
                  <a:ext uri="{FF2B5EF4-FFF2-40B4-BE49-F238E27FC236}">
                    <a16:creationId xmlns:a16="http://schemas.microsoft.com/office/drawing/2014/main" id="{D9C22DD5-566E-4E5C-B5B7-EF56DE8DF892}"/>
                  </a:ext>
                </a:extLst>
              </p:cNvPr>
              <p:cNvSpPr/>
              <p:nvPr/>
            </p:nvSpPr>
            <p:spPr>
              <a:xfrm>
                <a:off x="5938411" y="3706213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f.schmitt@op.iitg.ac.in</a:t>
                </a:r>
                <a:endParaRPr lang="en-US" dirty="0"/>
              </a:p>
            </p:txBody>
          </p:sp>
        </p:grpSp>
      </p:grpSp>
      <p:sp>
        <p:nvSpPr>
          <p:cNvPr id="14" name="Text 12"/>
          <p:cNvSpPr/>
          <p:nvPr/>
        </p:nvSpPr>
        <p:spPr>
          <a:xfrm>
            <a:off x="3560971" y="711756"/>
            <a:ext cx="8168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00" b="1" dirty="0">
                <a:solidFill>
                  <a:srgbClr val="FFFFFF"/>
                </a:solidFill>
              </a:rPr>
              <a:t>Does Machine Learning Beat the Credit Scorecard?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55ec88-263f-4c39-a8c1-728a7cfb48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A81BCE9F72A49B8745383D9CBDD86" ma:contentTypeVersion="10" ma:contentTypeDescription="Create a new document." ma:contentTypeScope="" ma:versionID="38efbece290d13bcb890d7b5b5e7daf6">
  <xsd:schema xmlns:xsd="http://www.w3.org/2001/XMLSchema" xmlns:xs="http://www.w3.org/2001/XMLSchema" xmlns:p="http://schemas.microsoft.com/office/2006/metadata/properties" xmlns:ns3="1155ec88-263f-4c39-a8c1-728a7cfb48aa" targetNamespace="http://schemas.microsoft.com/office/2006/metadata/properties" ma:root="true" ma:fieldsID="a090796afe0946f7c0b9223c3a320f09" ns3:_="">
    <xsd:import namespace="1155ec88-263f-4c39-a8c1-728a7cfb48a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5ec88-263f-4c39-a8c1-728a7cfb48a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1E4C34-82E3-43E3-A462-EEEF49904C74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1155ec88-263f-4c39-a8c1-728a7cfb48a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EC0F99-FA04-4FE2-BD0D-3F8C47651C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34DA7C-63B1-4CA3-846D-1B505C91C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5ec88-263f-4c39-a8c1-728a7cfb48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Kashmiri Prakash Jadhav</dc:creator>
  <cp:lastModifiedBy>Ankan Rabha</cp:lastModifiedBy>
  <cp:revision>8</cp:revision>
  <cp:lastPrinted>2026-02-26T05:23:59Z</cp:lastPrinted>
  <dcterms:created xsi:type="dcterms:W3CDTF">2026-02-25T06:24:34Z</dcterms:created>
  <dcterms:modified xsi:type="dcterms:W3CDTF">2026-02-26T09:57:08Z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0x010100BFAA81BCE9F72A49B8745383D9CBDD86</vt:lpwstr>
  </property>
</Properties>
</file>